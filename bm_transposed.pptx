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Colocation Deals - Hyperscaler Contracts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17220" y="1005840"/>
            <a:ext cx="640080" cy="320040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7220" y="1005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57300" y="1005840"/>
            <a:ext cx="2651760" cy="320040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09060" y="1005840"/>
            <a:ext cx="2606040" cy="320040"/>
          </a:xfrm>
          <a:prstGeom prst="rect">
            <a:avLst/>
          </a:prstGeom>
          <a:solidFill>
            <a:srgbClr val="1CD8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9060" y="1005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15100" y="1005840"/>
            <a:ext cx="2880360" cy="320040"/>
          </a:xfrm>
          <a:prstGeom prst="rect">
            <a:avLst/>
          </a:prstGeom>
          <a:solidFill>
            <a:srgbClr val="4337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5100" y="10058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Economics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95460" y="1005840"/>
            <a:ext cx="2148840" cy="320040"/>
          </a:xfrm>
          <a:prstGeom prst="rect">
            <a:avLst/>
          </a:prstGeom>
          <a:solidFill>
            <a:srgbClr val="1E9B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5460" y="1005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&amp; Delivery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" y="1325880"/>
            <a:ext cx="640080" cy="502920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57300" y="1325880"/>
            <a:ext cx="1234440" cy="502920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7300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91740" y="1325880"/>
            <a:ext cx="1417320" cy="502920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1740" y="132588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09060" y="1325880"/>
            <a:ext cx="777240" cy="502920"/>
          </a:xfrm>
          <a:prstGeom prst="rect">
            <a:avLst/>
          </a:prstGeom>
          <a:solidFill>
            <a:srgbClr val="1CD8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9060" y="1325880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86300" y="1325880"/>
            <a:ext cx="868680" cy="502920"/>
          </a:xfrm>
          <a:prstGeom prst="rect">
            <a:avLst/>
          </a:prstGeom>
          <a:solidFill>
            <a:srgbClr val="1CD8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325880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54980" y="1325880"/>
            <a:ext cx="960120" cy="502920"/>
          </a:xfrm>
          <a:prstGeom prst="rect">
            <a:avLst/>
          </a:prstGeom>
          <a:solidFill>
            <a:srgbClr val="1CD8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4980" y="1325880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15100" y="1325880"/>
            <a:ext cx="914400" cy="502920"/>
          </a:xfrm>
          <a:prstGeom prst="rect">
            <a:avLst/>
          </a:prstGeom>
          <a:solidFill>
            <a:srgbClr val="4337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5100" y="1325880"/>
            <a:ext cx="914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29500" y="1325880"/>
            <a:ext cx="1097280" cy="502920"/>
          </a:xfrm>
          <a:prstGeom prst="rect">
            <a:avLst/>
          </a:prstGeom>
          <a:solidFill>
            <a:srgbClr val="4337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9500" y="1325880"/>
            <a:ext cx="1097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IT MW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26780" y="1325880"/>
            <a:ext cx="868680" cy="502920"/>
          </a:xfrm>
          <a:prstGeom prst="rect">
            <a:avLst/>
          </a:prstGeom>
          <a:solidFill>
            <a:srgbClr val="4337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6780" y="1325880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Margin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95460" y="1325880"/>
            <a:ext cx="1280160" cy="502920"/>
          </a:xfrm>
          <a:prstGeom prst="rect">
            <a:avLst/>
          </a:prstGeom>
          <a:solidFill>
            <a:srgbClr val="1E9B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5460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per MW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75620" y="1325880"/>
            <a:ext cx="868680" cy="502920"/>
          </a:xfrm>
          <a:prstGeom prst="rect">
            <a:avLst/>
          </a:prstGeom>
          <a:solidFill>
            <a:srgbClr val="1E9B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75620" y="1325880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" y="1828800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" y="1828800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257300" y="1828800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7300" y="1828800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91740" y="1828800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1740" y="182880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Lake, Texas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09060" y="1828800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906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MW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86300" y="1828800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6300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54980" y="1828800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4980" y="182880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 Bn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15100" y="1828800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510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 Mn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29500" y="1828800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9500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$1.84 Mn/IT MW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526780" y="1828800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26780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395460" y="1828800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9546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$9-11 Mn/IT MW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675620" y="1828800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75620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7220" y="2212848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257300" y="2212848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57300" y="2212848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491740" y="2212848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9174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Pearl, Texas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909060" y="2212848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09060" y="2212848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MW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86300" y="2212848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6300" y="221284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54980" y="2212848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54980" y="221284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 Bn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15100" y="2212848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15100" y="2212848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$367 Mn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429500" y="2212848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29500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 Mn/IT MW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526780" y="2212848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26780" y="221284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395460" y="2212848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95460" y="2212848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 Mn/IT MW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675620" y="2212848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675620" y="221284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7220" y="2596896"/>
            <a:ext cx="640080" cy="384048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7220" y="2596896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WULF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257300" y="2596896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57300" y="2596896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Core42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491740" y="2596896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91740" y="2596896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Mariner, New York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909060" y="2596896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9060" y="2596896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MW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86300" y="2596896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86300" y="259689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554980" y="2596896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54980" y="259689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Bn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515100" y="2596896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15100" y="25968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Mn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429500" y="2596896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29500" y="2596896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 Mn/IT MW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526780" y="2596896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526780" y="259689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9395460" y="2596896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395460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$7-8 Mn/IT MW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675620" y="2596896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675620" y="259689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Q1'26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17220" y="2980944"/>
            <a:ext cx="640080" cy="384048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17220" y="2980944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WULF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257300" y="2980944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57300" y="2980944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491740" y="2980944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91740" y="2980944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Mariner, New York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909060" y="2980944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09060" y="2980944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 MW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686300" y="2980944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86300" y="298094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554980" y="2980944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54980" y="2980944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 Bn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515100" y="2980944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515100" y="2980944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$690 Mn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429500" y="2980944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29500" y="2980944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 Mn/IT MW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8526780" y="2980944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526780" y="298094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9395460" y="2980944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395460" y="2980944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$8-10 Mn/IT MW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10675620" y="2980944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675620" y="298094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YE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17220" y="3364992"/>
            <a:ext cx="640080" cy="384048"/>
          </a:xfrm>
          <a:prstGeom prst="rect">
            <a:avLst/>
          </a:prstGeom>
          <a:solidFill>
            <a:srgbClr val="0E6C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7220" y="3364992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WULF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1257300" y="3364992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257300" y="3364992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 - JV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491740" y="3364992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91740" y="3364992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Abernathy, Texas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909060" y="3364992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909060" y="3364992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MW*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4686300" y="3364992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686300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years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5554980" y="3364992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54980" y="336499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 Bn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6515100" y="3364992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515100" y="3364992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$190 Mn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7429500" y="3364992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429500" y="3364992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 Mn/IT MW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8526780" y="3364992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526780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9395460" y="3364992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39546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$8-10 Mn/IT MW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10675620" y="3364992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675620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YE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617220" y="3749040"/>
            <a:ext cx="640080" cy="384048"/>
          </a:xfrm>
          <a:prstGeom prst="rect">
            <a:avLst/>
          </a:prstGeom>
          <a:solidFill>
            <a:srgbClr val="4337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17220" y="3749040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CORZ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1257300" y="3749040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257300" y="3749040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CoreWeave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2491740" y="3749040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491740" y="374904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OK, GA, NC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3909060" y="3749040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909060" y="3749040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 MW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4686300" y="3749040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686300" y="374904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5554980" y="3749040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554980" y="374904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Bn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6515100" y="3749040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515100" y="3749040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 Mn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429500" y="3749040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42950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$1.44 Mn/IT MW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8526780" y="3749040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526780" y="374904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75-80%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9395460" y="3749040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39546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$1.5** Mn/IT MW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10675620" y="3749040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675620" y="374904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2027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617220" y="4133088"/>
            <a:ext cx="640080" cy="384048"/>
          </a:xfrm>
          <a:prstGeom prst="rect">
            <a:avLst/>
          </a:prstGeom>
          <a:solidFill>
            <a:srgbClr val="1CD8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17220" y="4133088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1257300" y="4133088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257300" y="4133088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Fluidstack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2491740" y="4133088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91740" y="4133088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Bend, Louisiana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3909060" y="4133088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909060" y="4133088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MW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4686300" y="4133088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86300" y="413308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5554980" y="4133088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54980" y="4133088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Bn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6515100" y="4133088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515100" y="4133088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$467 Mn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7429500" y="4133088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429500" y="4133088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$1.90 Mn/IT MW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8526780" y="4133088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526780" y="413308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9395460" y="4133088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9395460" y="4133088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$9-11 Mn/IT MW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10675620" y="4133088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675620" y="4133088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17220" y="4517136"/>
            <a:ext cx="640080" cy="384048"/>
          </a:xfrm>
          <a:prstGeom prst="rect">
            <a:avLst/>
          </a:prstGeom>
          <a:solidFill>
            <a:srgbClr val="1E9B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17220" y="4517136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GLXY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1257300" y="4517136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257300" y="4517136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CoreWeave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2491740" y="4517136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2491740" y="4517136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Helios, Texas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3909060" y="4517136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909060" y="4517136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MW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4686300" y="4517136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686300" y="451713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5554980" y="4517136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554980" y="4517136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Bn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6515100" y="4517136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515100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Mn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7429500" y="4517136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429500" y="4517136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 Mn/IT MW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8526780" y="4517136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8526780" y="451713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395460" y="4517136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395460" y="4517136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$11-13 Mn/IT MW, Phase 1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675620" y="4517136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0675620" y="4517136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617220" y="4901184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17220" y="4901184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APLD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257300" y="4901184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257300" y="4901184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CoreWeave</a:t>
            </a:r>
            <a:endParaRPr lang="en-US" sz="850" dirty="0"/>
          </a:p>
        </p:txBody>
      </p:sp>
      <p:sp>
        <p:nvSpPr>
          <p:cNvPr id="215" name="Shape 213"/>
          <p:cNvSpPr/>
          <p:nvPr/>
        </p:nvSpPr>
        <p:spPr>
          <a:xfrm>
            <a:off x="2491740" y="4901184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491740" y="4901184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PF1, North Dakota</a:t>
            </a:r>
            <a:endParaRPr lang="en-US" sz="850" dirty="0"/>
          </a:p>
        </p:txBody>
      </p:sp>
      <p:sp>
        <p:nvSpPr>
          <p:cNvPr id="217" name="Shape 215"/>
          <p:cNvSpPr/>
          <p:nvPr/>
        </p:nvSpPr>
        <p:spPr>
          <a:xfrm>
            <a:off x="3909060" y="4901184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909060" y="4901184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MW</a:t>
            </a:r>
            <a:endParaRPr lang="en-US" sz="850" dirty="0"/>
          </a:p>
        </p:txBody>
      </p:sp>
      <p:sp>
        <p:nvSpPr>
          <p:cNvPr id="219" name="Shape 217"/>
          <p:cNvSpPr/>
          <p:nvPr/>
        </p:nvSpPr>
        <p:spPr>
          <a:xfrm>
            <a:off x="4686300" y="4901184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686300" y="490118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5554980" y="4901184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554980" y="4901184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 Bn</a:t>
            </a:r>
            <a:endParaRPr lang="en-US" sz="850" dirty="0"/>
          </a:p>
        </p:txBody>
      </p:sp>
      <p:sp>
        <p:nvSpPr>
          <p:cNvPr id="223" name="Shape 221"/>
          <p:cNvSpPr/>
          <p:nvPr/>
        </p:nvSpPr>
        <p:spPr>
          <a:xfrm>
            <a:off x="6515100" y="4901184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515100" y="4901184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 Mn</a:t>
            </a:r>
            <a:endParaRPr lang="en-US" sz="850" dirty="0"/>
          </a:p>
        </p:txBody>
      </p:sp>
      <p:sp>
        <p:nvSpPr>
          <p:cNvPr id="225" name="Shape 223"/>
          <p:cNvSpPr/>
          <p:nvPr/>
        </p:nvSpPr>
        <p:spPr>
          <a:xfrm>
            <a:off x="7429500" y="4901184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429500" y="4901184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 Mn/IT MW</a:t>
            </a:r>
            <a:endParaRPr lang="en-US" sz="850" dirty="0"/>
          </a:p>
        </p:txBody>
      </p:sp>
      <p:sp>
        <p:nvSpPr>
          <p:cNvPr id="227" name="Shape 225"/>
          <p:cNvSpPr/>
          <p:nvPr/>
        </p:nvSpPr>
        <p:spPr>
          <a:xfrm>
            <a:off x="8526780" y="4901184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8526780" y="490118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85-91%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9395460" y="4901184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395460" y="4901184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$11-13 Mn/IT MW</a:t>
            </a:r>
            <a:endParaRPr lang="en-US" sz="850" dirty="0"/>
          </a:p>
        </p:txBody>
      </p:sp>
      <p:sp>
        <p:nvSpPr>
          <p:cNvPr id="231" name="Shape 229"/>
          <p:cNvSpPr/>
          <p:nvPr/>
        </p:nvSpPr>
        <p:spPr>
          <a:xfrm>
            <a:off x="10675620" y="4901184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0675620" y="4901184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H1'27</a:t>
            </a:r>
            <a:endParaRPr lang="en-US" sz="850" dirty="0"/>
          </a:p>
        </p:txBody>
      </p:sp>
      <p:sp>
        <p:nvSpPr>
          <p:cNvPr id="233" name="Shape 231"/>
          <p:cNvSpPr/>
          <p:nvPr/>
        </p:nvSpPr>
        <p:spPr>
          <a:xfrm>
            <a:off x="617220" y="5285232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617220" y="5285232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APLD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1257300" y="5285232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257300" y="5285232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1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2491740" y="5285232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2491740" y="5285232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PF2, North Dakota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3909060" y="5285232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3909060" y="5285232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MW</a:t>
            </a:r>
            <a:endParaRPr lang="en-US" sz="850" dirty="0"/>
          </a:p>
        </p:txBody>
      </p:sp>
      <p:sp>
        <p:nvSpPr>
          <p:cNvPr id="241" name="Shape 239"/>
          <p:cNvSpPr/>
          <p:nvPr/>
        </p:nvSpPr>
        <p:spPr>
          <a:xfrm>
            <a:off x="4686300" y="5285232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686300" y="528523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243" name="Shape 241"/>
          <p:cNvSpPr/>
          <p:nvPr/>
        </p:nvSpPr>
        <p:spPr>
          <a:xfrm>
            <a:off x="5554980" y="5285232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554980" y="528523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Bn</a:t>
            </a:r>
            <a:endParaRPr lang="en-US" sz="850" dirty="0"/>
          </a:p>
        </p:txBody>
      </p:sp>
      <p:sp>
        <p:nvSpPr>
          <p:cNvPr id="245" name="Shape 243"/>
          <p:cNvSpPr/>
          <p:nvPr/>
        </p:nvSpPr>
        <p:spPr>
          <a:xfrm>
            <a:off x="6515100" y="5285232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6515100" y="5285232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$333 Mn</a:t>
            </a:r>
            <a:endParaRPr lang="en-US" sz="850" dirty="0"/>
          </a:p>
        </p:txBody>
      </p:sp>
      <p:sp>
        <p:nvSpPr>
          <p:cNvPr id="247" name="Shape 245"/>
          <p:cNvSpPr/>
          <p:nvPr/>
        </p:nvSpPr>
        <p:spPr>
          <a:xfrm>
            <a:off x="7429500" y="5285232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7429500" y="5285232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 Mn/IT MW</a:t>
            </a:r>
            <a:endParaRPr lang="en-US" sz="850" dirty="0"/>
          </a:p>
        </p:txBody>
      </p:sp>
      <p:sp>
        <p:nvSpPr>
          <p:cNvPr id="249" name="Shape 247"/>
          <p:cNvSpPr/>
          <p:nvPr/>
        </p:nvSpPr>
        <p:spPr>
          <a:xfrm>
            <a:off x="8526780" y="5285232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526780" y="528523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83-89%</a:t>
            </a:r>
            <a:endParaRPr lang="en-US" sz="850" dirty="0"/>
          </a:p>
        </p:txBody>
      </p:sp>
      <p:sp>
        <p:nvSpPr>
          <p:cNvPr id="251" name="Shape 249"/>
          <p:cNvSpPr/>
          <p:nvPr/>
        </p:nvSpPr>
        <p:spPr>
          <a:xfrm>
            <a:off x="9395460" y="5285232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9395460" y="5285232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$11-13 Mn/IT MW</a:t>
            </a:r>
            <a:endParaRPr lang="en-US" sz="850" dirty="0"/>
          </a:p>
        </p:txBody>
      </p:sp>
      <p:sp>
        <p:nvSpPr>
          <p:cNvPr id="253" name="Shape 251"/>
          <p:cNvSpPr/>
          <p:nvPr/>
        </p:nvSpPr>
        <p:spPr>
          <a:xfrm>
            <a:off x="10675620" y="5285232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0675620" y="528523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H1'27</a:t>
            </a:r>
            <a:endParaRPr lang="en-US" sz="850" dirty="0"/>
          </a:p>
        </p:txBody>
      </p:sp>
      <p:sp>
        <p:nvSpPr>
          <p:cNvPr id="255" name="Shape 253"/>
          <p:cNvSpPr/>
          <p:nvPr/>
        </p:nvSpPr>
        <p:spPr>
          <a:xfrm>
            <a:off x="617220" y="5669280"/>
            <a:ext cx="640080" cy="384048"/>
          </a:xfrm>
          <a:prstGeom prst="rect">
            <a:avLst/>
          </a:prstGeom>
          <a:solidFill>
            <a:srgbClr val="1F49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617220" y="5669280"/>
            <a:ext cx="6400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APLD</a:t>
            </a:r>
            <a:endParaRPr lang="en-US" sz="850" dirty="0"/>
          </a:p>
        </p:txBody>
      </p:sp>
      <p:sp>
        <p:nvSpPr>
          <p:cNvPr id="257" name="Shape 255"/>
          <p:cNvSpPr/>
          <p:nvPr/>
        </p:nvSpPr>
        <p:spPr>
          <a:xfrm>
            <a:off x="1257300" y="5669280"/>
            <a:ext cx="123444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1257300" y="5669280"/>
            <a:ext cx="1234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2</a:t>
            </a:r>
            <a:endParaRPr lang="en-US" sz="850" dirty="0"/>
          </a:p>
        </p:txBody>
      </p:sp>
      <p:sp>
        <p:nvSpPr>
          <p:cNvPr id="259" name="Shape 257"/>
          <p:cNvSpPr/>
          <p:nvPr/>
        </p:nvSpPr>
        <p:spPr>
          <a:xfrm>
            <a:off x="2491740" y="5669280"/>
            <a:ext cx="1417320" cy="384048"/>
          </a:xfrm>
          <a:prstGeom prst="rect">
            <a:avLst/>
          </a:prstGeom>
          <a:solidFill>
            <a:srgbClr val="C7F2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2491740" y="5669280"/>
            <a:ext cx="14173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Forge 1</a:t>
            </a:r>
            <a:endParaRPr lang="en-US" sz="850" dirty="0"/>
          </a:p>
        </p:txBody>
      </p:sp>
      <p:sp>
        <p:nvSpPr>
          <p:cNvPr id="261" name="Shape 259"/>
          <p:cNvSpPr/>
          <p:nvPr/>
        </p:nvSpPr>
        <p:spPr>
          <a:xfrm>
            <a:off x="3909060" y="5669280"/>
            <a:ext cx="77724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3909060" y="5669280"/>
            <a:ext cx="777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MW</a:t>
            </a:r>
            <a:endParaRPr lang="en-US" sz="850" dirty="0"/>
          </a:p>
        </p:txBody>
      </p:sp>
      <p:sp>
        <p:nvSpPr>
          <p:cNvPr id="263" name="Shape 261"/>
          <p:cNvSpPr/>
          <p:nvPr/>
        </p:nvSpPr>
        <p:spPr>
          <a:xfrm>
            <a:off x="4686300" y="5669280"/>
            <a:ext cx="86868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686300" y="566928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850" dirty="0"/>
          </a:p>
        </p:txBody>
      </p:sp>
      <p:sp>
        <p:nvSpPr>
          <p:cNvPr id="265" name="Shape 263"/>
          <p:cNvSpPr/>
          <p:nvPr/>
        </p:nvSpPr>
        <p:spPr>
          <a:xfrm>
            <a:off x="5554980" y="5669280"/>
            <a:ext cx="960120" cy="384048"/>
          </a:xfrm>
          <a:prstGeom prst="rect">
            <a:avLst/>
          </a:prstGeom>
          <a:solidFill>
            <a:srgbClr val="E2F4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5554980" y="5669280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 Bn</a:t>
            </a:r>
            <a:endParaRPr lang="en-US" sz="850" dirty="0"/>
          </a:p>
        </p:txBody>
      </p:sp>
      <p:sp>
        <p:nvSpPr>
          <p:cNvPr id="267" name="Shape 265"/>
          <p:cNvSpPr/>
          <p:nvPr/>
        </p:nvSpPr>
        <p:spPr>
          <a:xfrm>
            <a:off x="6515100" y="5669280"/>
            <a:ext cx="91440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6515100" y="5669280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Mn</a:t>
            </a:r>
            <a:endParaRPr lang="en-US" sz="850" dirty="0"/>
          </a:p>
        </p:txBody>
      </p:sp>
      <p:sp>
        <p:nvSpPr>
          <p:cNvPr id="269" name="Shape 267"/>
          <p:cNvSpPr/>
          <p:nvPr/>
        </p:nvSpPr>
        <p:spPr>
          <a:xfrm>
            <a:off x="7429500" y="5669280"/>
            <a:ext cx="10972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7429500" y="566928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 Mn/IT MW</a:t>
            </a:r>
            <a:endParaRPr lang="en-US" sz="850" dirty="0"/>
          </a:p>
        </p:txBody>
      </p:sp>
      <p:sp>
        <p:nvSpPr>
          <p:cNvPr id="271" name="Shape 269"/>
          <p:cNvSpPr/>
          <p:nvPr/>
        </p:nvSpPr>
        <p:spPr>
          <a:xfrm>
            <a:off x="8526780" y="5669280"/>
            <a:ext cx="868680" cy="384048"/>
          </a:xfrm>
          <a:prstGeom prst="rect">
            <a:avLst/>
          </a:prstGeom>
          <a:solidFill>
            <a:srgbClr val="D6D2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8526780" y="566928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82-88%</a:t>
            </a:r>
            <a:endParaRPr lang="en-US" sz="850" dirty="0"/>
          </a:p>
        </p:txBody>
      </p:sp>
      <p:sp>
        <p:nvSpPr>
          <p:cNvPr id="273" name="Shape 271"/>
          <p:cNvSpPr/>
          <p:nvPr/>
        </p:nvSpPr>
        <p:spPr>
          <a:xfrm>
            <a:off x="9395460" y="5669280"/>
            <a:ext cx="128016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9395460" y="5669280"/>
            <a:ext cx="12801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$11-13 Mn/IT MW</a:t>
            </a:r>
            <a:endParaRPr lang="en-US" sz="850" dirty="0"/>
          </a:p>
        </p:txBody>
      </p:sp>
      <p:sp>
        <p:nvSpPr>
          <p:cNvPr id="275" name="Shape 273"/>
          <p:cNvSpPr/>
          <p:nvPr/>
        </p:nvSpPr>
        <p:spPr>
          <a:xfrm>
            <a:off x="10675620" y="5669280"/>
            <a:ext cx="868680" cy="384048"/>
          </a:xfrm>
          <a:prstGeom prst="rect">
            <a:avLst/>
          </a:prstGeom>
          <a:solidFill>
            <a:srgbClr val="CFE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0675620" y="5669280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H1'28</a:t>
            </a:r>
            <a:endParaRPr lang="en-US" sz="850" dirty="0"/>
          </a:p>
        </p:txBody>
      </p:sp>
      <p:sp>
        <p:nvSpPr>
          <p:cNvPr id="277" name="Text 275"/>
          <p:cNvSpPr/>
          <p:nvPr/>
        </p:nvSpPr>
        <p:spPr>
          <a:xfrm>
            <a:off x="617220" y="619048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We cover CORZ only and Google is covered by Bernstein</a:t>
            </a:r>
            <a:endParaRPr lang="en-US" sz="800" dirty="0"/>
          </a:p>
        </p:txBody>
      </p:sp>
      <p:sp>
        <p:nvSpPr>
          <p:cNvPr id="278" name="Text 276"/>
          <p:cNvSpPr/>
          <p:nvPr/>
        </p:nvSpPr>
        <p:spPr>
          <a:xfrm>
            <a:off x="617220" y="6391656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filings and presentations, Bernstein analysis</a:t>
            </a:r>
            <a:endParaRPr lang="en-US" sz="800" dirty="0"/>
          </a:p>
        </p:txBody>
      </p:sp>
      <p:sp>
        <p:nvSpPr>
          <p:cNvPr id="279" name="Text 277"/>
          <p:cNvSpPr/>
          <p:nvPr/>
        </p:nvSpPr>
        <p:spPr>
          <a:xfrm>
            <a:off x="365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 | SOCIETE GENERALE GROUP</a:t>
            </a:r>
            <a:endParaRPr lang="en-US" sz="700" dirty="0"/>
          </a:p>
        </p:txBody>
      </p:sp>
      <p:sp>
        <p:nvSpPr>
          <p:cNvPr id="280" name="Text 278"/>
          <p:cNvSpPr/>
          <p:nvPr/>
        </p:nvSpPr>
        <p:spPr>
          <a:xfrm>
            <a:off x="7223760" y="6583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ASSETS    |    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Colocation Deals - Transposed</dc:title>
  <dc:subject>PptxGenJS Presentation</dc:subject>
  <dc:creator>PptxGenJS</dc:creator>
  <cp:lastModifiedBy>PptxGenJS</cp:lastModifiedBy>
  <cp:revision>1</cp:revision>
  <dcterms:created xsi:type="dcterms:W3CDTF">2026-05-07T05:02:58Z</dcterms:created>
  <dcterms:modified xsi:type="dcterms:W3CDTF">2026-05-07T05:02:58Z</dcterms:modified>
</cp:coreProperties>
</file>